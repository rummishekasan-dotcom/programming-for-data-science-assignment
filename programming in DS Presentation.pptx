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408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Welcome to the presentation on the analysis of U.S. Chronic Disease Indicators.</a:t>
            </a:r>
          </a:p>
          <a:p>
            <a:r>
              <a:t>- The goal is to explore the relationship between state-level heart disease mortality, and three major risk factors: smoking, obesity, and diabetes.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 dataset required careful extraction because indicators are repeated for many demographic subgroups.</a:t>
            </a:r>
          </a:p>
          <a:p>
            <a:r>
              <a:t>- The crucial fix was restricting the data strictly to 'Overall' and 'Age-adjusted' rows before merging to ensure a direct 1-to-1 state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- This chart shows the national average (unweighted) of the metrics across the 3-year period.</a:t>
            </a:r>
          </a:p>
          <a:p>
            <a:r>
              <a:rPr dirty="0"/>
              <a:t>- We observe stable diabetes rates, a slight decline in smoking, but an upward push in obesity and heart disease mortality entering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Here we isolate the 10 states with the poorest outcomes in cardiovascular mortality for the most recent year.</a:t>
            </a:r>
          </a:p>
          <a:p>
            <a:r>
              <a:t>- Oklahoma, Arkansas, and Mississippi top the list, highlighting geographic disparities in public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 histogram displays how heart disease mortality is distributed across the 50 states.</a:t>
            </a:r>
          </a:p>
          <a:p>
            <a:r>
              <a:t>- While centered around 160 deaths per 100k, the prominent 'right tail' shows the worst-affected states skew significantly higher than the median.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heatmap quantifies the relationships. Darker red indicates stronger positive correlation.</a:t>
            </a:r>
          </a:p>
          <a:p>
            <a:r>
              <a:t>- The most critical finding: Smoking (r=0.83) is the strongest predictor of heart disease mortality, closely followed by Diabetes (0.69) and Obesity (0.62).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scatter plot confirms the extraordinarily strong positive correlation established in the heatmap.</a:t>
            </a:r>
          </a:p>
          <a:p>
            <a:r>
              <a:t>- To be perfectly clear: States with higher adult smoking prevalence strictly tend to have higher overall heart disease mortality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A similar positive linear relationship exists between obesity prevalence and heart disease mortality.</a:t>
            </a:r>
          </a:p>
          <a:p>
            <a:r>
              <a:t>- While there is slightly more variance (spread of points) than smoking, the upward association remains distinct and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 most important lesson was how flawed stratification merging can completely break the analysis leading to false conclusions.</a:t>
            </a:r>
          </a:p>
          <a:p>
            <a:r>
              <a:t>- The final clean analysis proves conclusively that lifestyle factors at a state level directly mirror cardiovascular mortality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Fixing the data aggregation required building an intermediate abstraction to process each indicator cleanly before the final Pandas merge step.</a:t>
            </a:r>
          </a:p>
          <a:p>
            <a:r>
              <a:t>- This resolved the primary failing point in earlier analysis, ensuring all generated plots are fully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5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6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7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7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1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7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8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83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9350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56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59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25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02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64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53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Heart Disease Mortality and Lifestyle Risk Factors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Programming for Data Science Assignment</a:t>
            </a:r>
          </a:p>
          <a:p>
            <a:r>
              <a:rPr lang="en-US"/>
              <a:t>Analysis across U.S. States (2019-2021)</a:t>
            </a:r>
          </a:p>
          <a:p>
            <a:r>
              <a:rPr lang="en-US"/>
              <a:t>Rumman Altaf Shekasan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Data Source: U.S. Chronic Disease Indicators (CDC)</a:t>
            </a:r>
          </a:p>
          <a:p>
            <a:pPr lvl="1"/>
            <a:r>
              <a:t>Extracted Specific Indicators:</a:t>
            </a:r>
          </a:p>
          <a:p>
            <a:pPr lvl="2"/>
            <a:r>
              <a:t>Diseases of the heart mortality (Age-adjusted)</a:t>
            </a:r>
          </a:p>
          <a:p>
            <a:pPr lvl="2"/>
            <a:r>
              <a:t>Current cigarette smoking among adults (Age-adjusted)</a:t>
            </a:r>
          </a:p>
          <a:p>
            <a:pPr lvl="2"/>
            <a:r>
              <a:t>Obesity among adults (Age-adjusted)</a:t>
            </a:r>
          </a:p>
          <a:p>
            <a:pPr lvl="2"/>
            <a:r>
              <a:t>Diabetes among adults (Age-adjusted)</a:t>
            </a:r>
          </a:p>
          <a:p>
            <a:pPr lvl="1"/>
            <a:r>
              <a:t>Crucial Data Cleaning Step:</a:t>
            </a:r>
          </a:p>
          <a:p>
            <a:pPr lvl="2"/>
            <a:r>
              <a:t>Filtered strictly for 'Overall' stratification to prevent meaningless averaging across distinct demographic subgroups.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Average Health Metrics (2019-2021)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90410D-227D-6278-62E6-B7E3BA754B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088" y="2138298"/>
            <a:ext cx="6711950" cy="402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States with Highest Mortality (2021)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35DE97-0168-5FF6-1D13-CC3BEAE41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7088" y="2170752"/>
            <a:ext cx="6711950" cy="39595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Mortality Rates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7AB4DE-94DF-4A5D-D452-D7B9287344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7863" y="2052638"/>
            <a:ext cx="6410400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Correlation of Risk Factors &amp; Mortality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40041E9-635B-4E3E-D993-CA50B5598C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41742" y="2052638"/>
            <a:ext cx="4682642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Smoking vs. Heart Disease Mortality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BC14E99-CBE0-D587-E5F4-2079B904F9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3977" y="2052638"/>
            <a:ext cx="5898171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Obesity vs. Heart Disease Mortality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2935A5B-BEEC-834B-3B53-6F7735D6EF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3977" y="2052638"/>
            <a:ext cx="5898171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1. Data Aggregation is Critical</a:t>
            </a:r>
          </a:p>
          <a:p>
            <a:pPr lvl="1"/>
            <a:r>
              <a:t>Properly isolating the 'Overall' metrics completely reversed incorrect negative correlations found in preliminary, poorly-aggregated data.</a:t>
            </a:r>
          </a:p>
          <a:p>
            <a:r>
              <a:t>2. Primary Risk Factors</a:t>
            </a:r>
          </a:p>
          <a:p>
            <a:pPr lvl="1"/>
            <a:r>
              <a:t>Smoking, Obesity, and Diabetes all act as incredibly strong positive indicators for increased state-level heart disease mortality.</a:t>
            </a:r>
          </a:p>
          <a:p>
            <a:r>
              <a:t>3. Geographic Inequality</a:t>
            </a:r>
          </a:p>
          <a:p>
            <a:pPr lvl="1"/>
            <a:r>
              <a:t>There are deep health outcome disparities in the U.S., with southern/midwestern states like Oklahoma and Mississippi recording vastly higher death rates.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Challenge: Meaningless Averages</a:t>
            </a:r>
          </a:p>
          <a:p>
            <a:pPr lvl="1"/>
            <a:r>
              <a:t>The CDC dataset contained highly granular stratifications (e.g., breakdown by race, sex, age group) mixed together with overall state aggregates. Averaging these rows yielded incorrect, meaningless state averages.</a:t>
            </a:r>
          </a:p>
          <a:p>
            <a:r>
              <a:t>Solution: Implementing Strict Boolean Filtering</a:t>
            </a:r>
          </a:p>
          <a:p>
            <a:pPr lvl="1"/>
            <a:r>
              <a:t>Created a helper function (build_indicator_overall) to strictly filter for StratificationCategory1 == 'Overall' and 'Age-adjusted' rates prior to reshaping. This ensured a true 1:1 state-to-year alignment.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1669</TotalTime>
  <Words>711</Words>
  <Application>Microsoft Office PowerPoint</Application>
  <PresentationFormat>On-screen Show (4:3)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Heart Disease Mortality and Lifestyle Risk Factors</vt:lpstr>
      <vt:lpstr>Dataset Overview &amp; Preparation</vt:lpstr>
      <vt:lpstr>Average Health Metrics (2019-2021)</vt:lpstr>
      <vt:lpstr>States with Highest Mortality (2021)</vt:lpstr>
      <vt:lpstr>Distribution of Mortality Rates</vt:lpstr>
      <vt:lpstr>Correlation of Risk Factors &amp; Mortality</vt:lpstr>
      <vt:lpstr>Smoking vs. Heart Disease Mortality</vt:lpstr>
      <vt:lpstr>Obesity vs. Heart Disease Mortality</vt:lpstr>
      <vt:lpstr>Key Findings &amp; Conclusions</vt:lpstr>
      <vt:lpstr>Coding Challenges &amp; Solutions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Rumman Altaf Shekasan</cp:lastModifiedBy>
  <cp:revision>3</cp:revision>
  <dcterms:created xsi:type="dcterms:W3CDTF">2013-01-27T09:14:16Z</dcterms:created>
  <dcterms:modified xsi:type="dcterms:W3CDTF">2026-03-19T19:44:27Z</dcterms:modified>
  <cp:category/>
</cp:coreProperties>
</file>